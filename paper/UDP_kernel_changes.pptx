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Linux UDP 수신 경로 재설계</a:t>
            </a:r>
          </a:p>
          <a:p>
            <a:pPr algn="l">
              <a:spcAft>
                <a:spcPts val="2400"/>
              </a:spcAft>
            </a:pPr>
            <a:r>
              <a:rPr sz="2600" b="0">
                <a:solidFill>
                  <a:srgbClr val="BFD4E0"/>
                </a:solidFill>
                <a:latin typeface="맑은 고딕"/>
              </a:rPr>
              <a:t>커널에서 무엇을 고쳤는가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DCE7F0"/>
                </a:solidFill>
                <a:latin typeface="맑은 고딕"/>
              </a:rPr>
              <a:t>수신 버퍼 상한은 메모리가 아니라 producer/consumer 가 공유하는 캐시에서 유도되어야 한다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FBACA"/>
                </a:solidFill>
                <a:latin typeface="맑은 고딕"/>
              </a:rPr>
              <a:t>6.18.53-udpopt20   ·   patch 0009   ·   네트워크시스템설계 텀프로젝트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고치기 전: 문제 다섯 개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줄 번호는 순정 6.18.53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852160" cy="4572000"/>
          </a:xfrm>
          <a:prstGeom prst="rect">
            <a:avLst/>
          </a:prstGeom>
          <a:solidFill>
            <a:srgbClr val="EFF3F6"/>
          </a:solidFill>
          <a:ln>
            <a:solidFill>
              <a:srgbClr val="D5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91440"/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sender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┌──▼──────────────────────────────────────────────┐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① NIC DMA → RX ring        ethtool -G (관리자)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② NAPI poll                rx-frames (DIM 자동)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③ GRO                      en_rx.c:1653      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④ ip_rcv / udp_rcv         udp.c:2919        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⑤ udp_queue_rcv_skb        udp.c:2497        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  │ ⑥ __udp_enqueue_schedule_skb   udp.c:1699       │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  │      if (rmem + size &gt; rcvbuf) goto drop;  1723 │  ← 폐기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⑦ recvmsg → reader_queue   udp.c:1953        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├──▼──────────────────────────────────────────────┤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│ ⑧ skb_copy_datagram_msg    udp.c:2106  (유일한 복사)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1666B"/>
                </a:solidFill>
                <a:latin typeface="맑은 고딕"/>
              </a:rPr>
              <a:t>P1  sk_rcvbuf 는 정적이고 정할 주체가 없다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READ_ONCE 만 있고 갱신 코드가 없다. TCP 의 DRS 에 해당하는 것이 UDP 엔 없다.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1666B"/>
                </a:solidFill>
                <a:latin typeface="맑은 고딕"/>
              </a:rPr>
              <a:t>P2  총량을 보는 주체가 없다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udp_mem 은 RAM 기반(nr_free_buffer_pages()/8). 캐시 크기를 보는 코드 grep 0건.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1666B"/>
                </a:solidFill>
                <a:latin typeface="맑은 고딕"/>
              </a:rPr>
              <a:t>P3  큰 버퍼의 비용은 메모리가 아니라 캐시 핸드오프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공유 캐시가 없으면 512K↔18M 비가 0.94로 효과 소멸. 비용은 '복사'가 아니라 '어디서 읽느냐'.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1666B"/>
                </a:solidFill>
                <a:latin typeface="맑은 고딕"/>
              </a:rPr>
              <a:t>P4  버릴 패킷에 일을 다 쓰고 버린다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폐기 지점이 ①~⑤ 뒤. 과부하에서 자기 강화 루프 → 처리량이 평탄이 아니라 하강.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1666B"/>
                </a:solidFill>
                <a:latin typeface="맑은 고딕"/>
              </a:rPr>
              <a:t>P5  버퍼는 소켓별인데 병목은 큐별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ring(관리자) / rx-frames(DIM) / sk_rcvbuf(앱) — 세 주체, 세 제약, 서로 모름.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고친 것 네 가지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‘동적으로 바꾼다’가 새로운 게 아니다 — 무엇이 새로운지가 중요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20139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115"/>
                <a:gridCol w="2721835"/>
                <a:gridCol w="4815555"/>
                <a:gridCol w="1570289"/>
                <a:gridCol w="146560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기전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새로운 부분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선례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고치는 문제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M1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동적 sk_rcvbuf sizing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RTT 없이 쓸 </a:t>
                      </a:r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대체 시계</a:t>
                      </a:r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를 찾은 것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TCP DRS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P1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M2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캐시에서 유도한 전역 상한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상한의 </a:t>
                      </a:r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출처가 캐시</a:t>
                      </a:r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 + 소켓 사이 </a:t>
                      </a:r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전역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P2 P3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M3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드라이버 조기 폐기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버리는 </a:t>
                      </a:r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CoDel 계열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P4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M4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드라이버→소켓 ring 보고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인터페이스 자체가 없던 것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P5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23360"/>
            <a:ext cx="11201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4965"/>
                </a:solidFill>
                <a:latin typeface="맑은 고딕"/>
              </a:rPr>
              <a:t>M2 가 논문의 논지다.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</a:rPr>
              <a:t>커널 전체에 cache_size | llc_size | l3_size 를 보는 코드가 0건 (6.18.53, 7.2.7 둘 다).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</a:rPr>
              <a:t>M1 은 M2 를 쓸 수 있게 하는 기계장치, M3 는 별개의 상보적 레버, M4 는 M2 의 이식성을 만드는 배관.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1666B"/>
                </a:solidFill>
                <a:latin typeface="맑은 고딕"/>
              </a:rPr>
              <a:t>M4 를 빼면 pct 가 다시 손으로 박는 상수가 되고 이식성 주장이 통째로 무너진다.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코드에서 찾기:   grep -rn "UDP-optimize" &lt;kernel-tree&gt;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M1. 동적 sizing — 문제는 ‘시계’였다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net/ipv4/udp.c:2007  udp_rcvbuf_autotune()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201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</a:rPr>
              <a:t>TCP DRS 는 RTT 마다 평가한다. RTT 는 ‘소비자가 한 바퀴 도는 시간’이라는 자를 공짜로 준다. UDP 엔 ACK 이 없어 RTT 가 없고, 만들 수도 없다 — 그래서 아무도 UDP 판 DRS 를 안 썼다.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4965"/>
                </a:solidFill>
                <a:latin typeface="맑은 고딕"/>
              </a:rPr>
              <a:t>우리는 주기의 정의를 바꿨다: </a:t>
            </a:r>
            <a:r>
              <a:rPr sz="1700" b="1">
                <a:solidFill>
                  <a:srgbClr val="1B4965"/>
                </a:solidFill>
                <a:latin typeface="맑은 고딕"/>
              </a:rPr>
              <a:t>큐가 찼다가 비는 한 사이클</a:t>
            </a:r>
            <a:r>
              <a:rPr sz="1700" b="0">
                <a:solidFill>
                  <a:srgbClr val="1B4965"/>
                </a:solidFill>
                <a:latin typeface="맑은 고딕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377440"/>
          <a:ext cx="6675120" cy="2834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3017520"/>
              </a:tblGrid>
              <a:tr h="404948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TCP DRS  (tcp_input.c:933)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우리  (udp.c:2007)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시계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RTT (ACK 으로 관측)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비움 → 비움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 (점유율로 관측)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측정량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 RTT 동안 유저가 가져간 바이트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1 주기에 소비자가 가져간 바이트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 × 그 값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 × 그 값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상한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tcp_rmem[2] = 사람이 박은 32MB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L3 − ring bytes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 (기계에서 유도)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축소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없음 (성장만)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있음 (1/8 미만, 4배 데드밴드)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소켓 간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없음 (각자 상한까지)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전역 예산 + 균등 회수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406640" y="2377440"/>
            <a:ext cx="4297680" cy="2286000"/>
          </a:xfrm>
          <a:prstGeom prst="rect">
            <a:avLst/>
          </a:prstGeom>
          <a:solidFill>
            <a:srgbClr val="EFF3F6"/>
          </a:solidFill>
          <a:ln>
            <a:solidFill>
              <a:srgbClr val="D5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9144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/* 주기의 앞 절반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if (rmem &gt; (rcvbuf &gt;&gt; 1))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atomic_set(&amp;up-&gt;rcvbuf_filled, 1);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/* 뒷 절반 — edge trigger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if (rmem &lt; (rcvbuf &gt;&gt; 3))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if (atomic_xchg(&amp;up-&gt;rcvbuf_filled, 0))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int took =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  atomic_xchg(&amp;up-&gt;rcvbuf_consumed, 0);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C1666B"/>
                </a:solidFill>
                <a:latin typeface="Consolas"/>
              </a:rPr>
              <a:t>        atomic_set(&amp;up-&gt;rcvbuf_target, took*2);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7548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맑은 고딕"/>
              </a:rPr>
              <a:t>점유 깊이가 아니라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소비량</a:t>
            </a:r>
            <a:r>
              <a:rPr sz="1300" b="1">
                <a:solidFill>
                  <a:srgbClr val="222222"/>
                </a:solidFill>
                <a:latin typeface="맑은 고딕"/>
              </a:rPr>
              <a:t>을 쓴다.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깊이는 sk_rcvbuf 가 위를 막아서, 크면 더 깊어지고 → 추정치 상승 → 더 커지는 루프. 실측 9.4MB 까지 감 (1MB 가 더 나은 소켓).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왜 edge-trigger 인가: level 이면 빈 큐에 패킷 하나 들어올 때마다 ‘주기 완성’이 되어 목표가 ‘패킷 한 개’로 덮어써진다 (v12 에서 55.45 → 36.70).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M1. 실제로 어떻게 자라나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MTU 9000 · 56 Gb/s · DIM 이 rx-frames=128 에 정착 → NAPI poll 한 번 = 1.15 MB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7040880" cy="4023360"/>
          </a:xfrm>
          <a:prstGeom prst="rect">
            <a:avLst/>
          </a:prstGeom>
          <a:solidFill>
            <a:srgbClr val="EFF3F6"/>
          </a:solidFill>
          <a:ln>
            <a:solidFill>
              <a:srgbClr val="D5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91440"/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사이클 0   시작 sk_rcvbuf = 208K,  target = 0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skb3 에서 rmem 114K &gt; half 104K  →  성장 분기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C1666B"/>
                </a:solidFill>
                <a:latin typeface="Consolas"/>
              </a:rPr>
              <a:t>          그러나 target == 0  →  못 자란다   (수요를 아직 모른다)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skb4 부터 DROP.  20개 중 3개만 수신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소비자가 171K 꺼내감  →  rcvbuf_consumed = 171K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사이클 1   skb1: rmem 0 &lt; 26K,  xchg(filled,0)==1  →  </a:t>
            </a:r>
            <a:r>
              <a:rPr sz="1150" b="1">
                <a:solidFill>
                  <a:srgbClr val="222222"/>
                </a:solidFill>
                <a:latin typeface="Consolas"/>
              </a:rPr>
              <a:t>주기 완성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C1666B"/>
                </a:solidFill>
                <a:latin typeface="Consolas"/>
              </a:rPr>
              <a:t>                target = took × 2 = 342K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skb3: 114K &gt; 104K,  target 342K &gt; 208K   →  +64K → 272K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skb4:                                    →  +64K → 336K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skb5:                                    →  +64K → 342K (target 도달)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skb6: rcvbuf &gt;= target  →  성장 중단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사이클 2~4  took 342K → target 684K → rcvbuf 684K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      took 684K → target 1.37M → rcvbuf 1.37M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C1666B"/>
                </a:solidFill>
                <a:latin typeface="Consolas"/>
              </a:rPr>
              <a:t>           took 1.15M → target </a:t>
            </a:r>
            <a:r>
              <a:rPr sz="1150" b="1">
                <a:solidFill>
                  <a:srgbClr val="C1666B"/>
                </a:solidFill>
                <a:latin typeface="Consolas"/>
              </a:rPr>
              <a:t>2.30M</a:t>
            </a:r>
            <a:r>
              <a:rPr sz="1150" b="1">
                <a:solidFill>
                  <a:srgbClr val="C1666B"/>
                </a:solidFill>
                <a:latin typeface="Consolas"/>
              </a:rPr>
              <a:t> → rcvbuf 2.30M   ← 여기서 멈춤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141732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4965"/>
                </a:solidFill>
                <a:latin typeface="맑은 고딕"/>
              </a:rPr>
              <a:t>왜 2.3 MB 에서 멈추나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took 은 도착한 양으로 위가 막혀 있다. 버퍼가 버스트 전체(1.15MB)를 담으면 그 뒤로는 아무리 커져도 took 이 안 늘어난다.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1666B"/>
                </a:solidFill>
                <a:latin typeface="맑은 고딕"/>
              </a:rPr>
              <a:t>멈추는 이유가 ‘예산’이 아니라 </a:t>
            </a:r>
            <a:r>
              <a:rPr sz="1400" b="1">
                <a:solidFill>
                  <a:srgbClr val="1B4965"/>
                </a:solidFill>
                <a:latin typeface="맑은 고딕"/>
              </a:rPr>
              <a:t>‘수요’</a:t>
            </a:r>
            <a:r>
              <a:rPr sz="1400" b="1">
                <a:solidFill>
                  <a:srgbClr val="C1666B"/>
                </a:solidFill>
                <a:latin typeface="맑은 고딕"/>
              </a:rPr>
              <a:t>다.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onsolas"/>
              </a:rPr>
              <a:t>유도값   2 × (128 × 8972B) = </a:t>
            </a:r>
            <a:r>
              <a:rPr sz="1400" b="1">
                <a:solidFill>
                  <a:srgbClr val="1B4965"/>
                </a:solidFill>
                <a:latin typeface="Consolas"/>
              </a:rPr>
              <a:t>2.30 MB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onsolas"/>
              </a:rPr>
              <a:t>실측     조건별 최적 static = </a:t>
            </a:r>
            <a:r>
              <a:rPr sz="1400" b="1">
                <a:solidFill>
                  <a:srgbClr val="1B4965"/>
                </a:solidFill>
                <a:latin typeface="Consolas"/>
              </a:rPr>
              <a:t>2 MB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B4965"/>
                </a:solidFill>
                <a:latin typeface="맑은 고딕"/>
              </a:rPr>
              <a:t>손으로 찾은 최적값을 식이 자동으로 뽑는다.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수렴: 4~5 사이클 ≈ 1 ms 미만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소비자가 못 따라가는 소켓은 큐가 rcvbuf/8 아래로 안 내려가 → 주기가 안 끝나 → target 이 0 → 한 번도 안 자란다. 별도 판정 없이 버스트형/소비부족형이 갈린다.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M1. 결과 — 어떤 정적 값도 두 워크로드를 다 잡지 못한다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N=5, DIM on, 같은 커널 · 같은 설정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676655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642"/>
                <a:gridCol w="2126633"/>
                <a:gridCol w="2126633"/>
                <a:gridCol w="966651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정책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W1  (1소켓 × 56G, 버스트)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W2  (8소켓 × 7G, 워킹셋)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최악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정적 1M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32.14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55.66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32.14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정적 8M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55.41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23.17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23.17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4965"/>
                          </a:solidFill>
                          <a:latin typeface="맑은 고딕"/>
                        </a:rPr>
                        <a:t>autotune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B4965"/>
                          </a:solidFill>
                          <a:latin typeface="맑은 고딕"/>
                        </a:rPr>
                        <a:t>55.32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B4965"/>
                          </a:solidFill>
                          <a:latin typeface="맑은 고딕"/>
                        </a:rPr>
                        <a:t>55.58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B4965"/>
                          </a:solidFill>
                          <a:latin typeface="맑은 고딕"/>
                        </a:rPr>
                        <a:t>55.32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같은 커널, 같은 설정에서 버퍼가 스스로 갈린다: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onsolas"/>
              </a:rPr>
              <a:t>W1 → </a:t>
            </a:r>
            <a:r>
              <a:rPr sz="1800" b="1">
                <a:solidFill>
                  <a:srgbClr val="1B4965"/>
                </a:solidFill>
                <a:latin typeface="Consolas"/>
              </a:rPr>
              <a:t>4.4 M 하나</a:t>
            </a:r>
            <a:r>
              <a:rPr sz="1800" b="0">
                <a:solidFill>
                  <a:srgbClr val="222222"/>
                </a:solidFill>
                <a:latin typeface="Consolas"/>
              </a:rPr>
              <a:t>        W2 → </a:t>
            </a:r>
            <a:r>
              <a:rPr sz="1800" b="1">
                <a:solidFill>
                  <a:srgbClr val="1B4965"/>
                </a:solidFill>
                <a:latin typeface="Consolas"/>
              </a:rPr>
              <a:t>1.1 M 여덟 개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정직하게: DIM off 에서는 정적 1M 이 근소하게 낫다 (W1 48.09 vs 45.65). 버스트가 없으면 조절할 게 없고 조절 비용만 남는다.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4173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1666B"/>
                </a:solidFill>
                <a:latin typeface="맑은 고딕"/>
              </a:rPr>
              <a:t>여기까지 오는 데 버그 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전부 ‘측정 없이 고치다’ 유형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</a:rPr>
              <a:t>v12  W1 55.45 → 36.70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목표 갱신이 level-triggered. 맞게 잡힌 목표가 µs 뒤 ‘패킷 한 개’로 덮어써짐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</a:rPr>
              <a:t>v13  개선 없음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축소를 고쳤는데 축소가 원인이 아니었다. 진단 없이 그럴듯한 곳을 고침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</a:rPr>
              <a:t>v14  W2 → 37.63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예산이 autotune 증분만 계상. 8소켓 × 기본 1M = 8MB 가 안 보임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B4965"/>
                </a:solidFill>
                <a:latin typeface="맑은 고딕"/>
              </a:rPr>
              <a:t>교훈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처리량만 보면 ‘조금 나쁘다’지만 ss -uam 의 rb 를 보면 1M 고정이 바로 보인다. autotune 실험은 항상 소켓별 rcvbuf 를 같이 기록할 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M2. 캐시에서 유도한 전역 상한  ★ 논지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net/ipv4/udp.c:1721  udp_cache_budget_init() / udp_cache_budget()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6858000" cy="3657600"/>
          </a:xfrm>
          <a:prstGeom prst="rect">
            <a:avLst/>
          </a:prstGeom>
          <a:solidFill>
            <a:srgbClr val="EFF3F6"/>
          </a:solidFill>
          <a:ln>
            <a:solidFill>
              <a:srgbClr val="D5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9144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/* 순정: RAM 기반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limit = nr_free_buffer_pages() / 8;        /* udp.c:4039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→  RAM 128GB 면 상한 16GB.   L3 는 18MB.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C1666B"/>
                </a:solidFill>
                <a:latin typeface="Consolas"/>
              </a:rPr>
              <a:t>       세 자릿수 엉뚱한 자원을 재고 있다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/* 우리: 부팅 시 캐시 토폴로지를 읽는다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static int __init udp_cache_budget_init(void)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ci = get_cpu_cacheinfo(raw_smp_processor_id());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/* 가장 높은 레벨의 DATA/UNIFIED 리프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udp_llc_bytes = size;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C1666B"/>
                </a:solidFill>
                <a:latin typeface="Consolas"/>
              </a:rPr>
              <a:t>       pr_info("UDP: receive budget sized from L%u cache (%u KiB)\n", ...);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}  late_initcall(udp_cache_budget_init);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static long udp_cache_budget(unsigned int pct) {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C1666B"/>
                </a:solidFill>
                <a:latin typeface="Consolas"/>
              </a:rPr>
              <a:t>       long avail = (long)udp_llc_bytes - net_rx_ring_bytes();   /* ← M4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if (avail &lt; 0) avail = 0;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    return avail * pct / 100;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14173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4965"/>
                </a:solidFill>
                <a:latin typeface="맑은 고딕"/>
              </a:rPr>
              <a:t>부팅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UDP: receive budget sized from L3 cache (18432 KiB)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43800" y="2423160"/>
          <a:ext cx="4206238" cy="128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307"/>
                <a:gridCol w="858416"/>
                <a:gridCol w="1115941"/>
                <a:gridCol w="772574"/>
              </a:tblGrid>
              <a:tr h="426719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ring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ring bytes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예산 (pct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50 고정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처리량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42671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 MB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8.0 MB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52.7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671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1024 (드라이버 기본)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16 MB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1.0 MB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51.8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384048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4965"/>
                </a:solidFill>
                <a:latin typeface="맑은 고딕"/>
              </a:rPr>
              <a:t>pct 를 한 번도 안 건드리고 허용량이 8배 달라진다.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이게 이식성 주장의 전부다 — 다른 기계에 옮기면 그 기계의 L3 와 그 NIC 의 ring 으로 자동으로 다른 답이 나온다.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정직하게: net_rx_ring_bytes() 는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상한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이지 실측 점유량이 아니다. 아직 안 쓴 페이지는 L3 에 없다. 식이 맞아서가 아니라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답이 맞아서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쓰고 있다 — Intel CMT(llc_occupancy)로 직접 잴 수 있고, 아직 안 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M2. 설계 결정 네 개 — 전부 측정이 강제했다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3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052"/>
                <a:gridCol w="2922104"/>
                <a:gridCol w="6818243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택한 것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왜 (측정)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무엇을 세나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점유량이 아니라 </a:t>
                      </a:r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나눠준 용량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
(udp_rcvbuf_granted)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소비자가 따라가면 큐가 거의 비어서, 8MB 를 나눠준 상태에서 실측 0.75MB 만 잡힌다. </a:t>
                      </a:r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예산이 안 문다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시작 버퍼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한 번 계상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
cmpxchg(granted, 0, rcvbuf)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증분만 세면 8소켓 × 기본 1M = 8MB 가 안 보인다. 9MB 예산에 17.8MB 를 주고 </a:t>
                      </a:r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37.63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 (정적 1M 은 55.70)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생성 시 거절?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아니오. 사후 균등 회수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
max(budget/n, SOCK_MIN_RCVBUF)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거절하면 먼저 온 소켓이 8MB, 나머지 일곱이 0. 균등 회수는 8소켓이 각 1.1MB 로 수렴 — 실측 최적(1MB)과 잡음 안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SO_RCVBUF 소켓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거절 않고 계상만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요청은 온전히 존중. 대신 </a:t>
                      </a:r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다른 소켓이 옆에서 계속 자라는 것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을 막는다. 64MB 는 여덟 번째가 되기 전엔 안전하다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17720"/>
            <a:ext cx="11201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</a:rPr>
              <a:t>그리고 유휴 회수 워커 — 축소는 패킷 도착 시에만 평가되므로, sender 가 멈추면 회수 경로가 없다.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실측: 3소켓이 4MB 로 자란 뒤 침묵하면, 새로 온 56G 소켓이 1M 에 묶여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33.4</a:t>
            </a:r>
            <a:r>
              <a:rPr sz="1300" b="0">
                <a:solidFill>
                  <a:srgbClr val="555555"/>
                </a:solidFill>
                <a:latin typeface="맑은 고딕"/>
              </a:rPr>
              <a:t> (그 셋을 닫으면 55.5). 워커는 다른 소켓이 거절당했을 때만 arm 된다 — 경쟁 없는 기계는 아예 안 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4965"/>
                </a:solidFill>
                <a:latin typeface="맑은 고딕"/>
              </a:rPr>
              <a:t>결과:   8M × 8소켓   22.47  →  </a:t>
            </a:r>
            <a:r>
              <a:rPr sz="1500" b="1">
                <a:solidFill>
                  <a:srgbClr val="1B4965"/>
                </a:solidFill>
                <a:latin typeface="맑은 고딕"/>
              </a:rPr>
              <a:t>54.99</a:t>
            </a:r>
            <a:r>
              <a:rPr sz="1500" b="0">
                <a:solidFill>
                  <a:srgbClr val="1B4965"/>
                </a:solidFill>
                <a:latin typeface="맑은 고딕"/>
              </a:rPr>
              <a:t>   (+145%)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M2 + M1. 다수 sender → 소켓 하나 (fan-in)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sender 는 두 모드가 완전히 동일 — 프로세스 수 · 코어 · 총 제공률 88G. 다른 건 목적지 포트뿐</a:t>
            </a:r>
          </a:p>
        </p:txBody>
      </p:sp>
      <p:pic>
        <p:nvPicPr>
          <p:cNvPr id="4" name="Picture 3" descr="nn_tput_fanin_m9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058979" cy="2743200"/>
          </a:xfrm>
          <a:prstGeom prst="rect">
            <a:avLst/>
          </a:prstGeom>
        </p:spPr>
      </p:pic>
      <p:pic>
        <p:nvPicPr>
          <p:cNvPr id="5" name="Picture 4" descr="nn_tput_nn_m9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4058979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41732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1666B"/>
                </a:solidFill>
                <a:latin typeface="맑은 고딕"/>
              </a:rPr>
              <a:t>기존 UDP 의 회복은 소켓 수 덕분이었다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onsolas"/>
              </a:rPr>
              <a:t>n:n  plain   12.13 → 38.19
fan-in plain  12.81 → 13.19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소켓이 늘면 208KB × n 이 늘 뿐. 프로토콜 개선이 아니라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우연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4965"/>
                </a:solidFill>
                <a:latin typeface="맑은 고딕"/>
              </a:rPr>
              <a:t>우리는 fan-in 에서 거의 평탄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onsolas"/>
              </a:rPr>
              <a:t>51.7 / 51.3 / 51.6 / 47.6 / 43.7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n=4 에서 기존 최선 대비 ×2.6, TCP 보다도 +21%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389120"/>
          <a:ext cx="74066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45920"/>
                <a:gridCol w="1645920"/>
                <a:gridCol w="1645920"/>
                <a:gridCol w="1645920"/>
              </a:tblGrid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n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plain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sockopt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ours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tcp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12.81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24.45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51.67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54.56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10.51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19.83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51.33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47.06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10.10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20.12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51.59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42.74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8.74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18.54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47.56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40.77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13.19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20.30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4965"/>
                          </a:solidFill>
                          <a:latin typeface="맑은 고딕"/>
                        </a:rPr>
                        <a:t>43.70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34.15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MTU 9000, N=5, FLAKE 0건 / 400 시행.   fan-in 은 TCP 가 구조적으로 할 수 없는 경우다 — 연결마다 소켓이 생기는 게 TCP 정의라, 이 문제는 TCP 에서 베껴올 데가 없다.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M3. 드라이버 조기 폐기 — 기준과 신호 경로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메시지도 콜백도 없다. 큐 번호 한 칸에 만료 시각을 찍는다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7223760" cy="4206240"/>
          </a:xfrm>
          <a:prstGeom prst="rect">
            <a:avLst/>
          </a:prstGeom>
          <a:solidFill>
            <a:srgbClr val="EFF3F6"/>
          </a:solidFill>
          <a:ln>
            <a:solidFill>
              <a:srgbClr val="D5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91440"/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/* ① 신호를 만드는 쪽 — 실제 폐기가 유일한 트리거   udp.c:2960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rc = __udp_enqueue_schedule_skb(sk, skb);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if (rc == -ENOMEM) {                       /* 소켓 버퍼 넘침 */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       if (sysctl_udp_rx_shed) udp_rx_shed_mark(sk, skb);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/* ② 신호 자체 — 큐 한 칸에 만료 시각   udp.c:2917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void udp_rx_shed_mark(...) {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       if (!skb_rx_queue_recorded(skb)) return;   /* 모르면 추측 안 함 */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       q = skb_get_rx_queue(skb);                 /* 소켓 아닌 </a:t>
            </a:r>
            <a:r>
              <a:rPr sz="1050" b="1">
                <a:solidFill>
                  <a:srgbClr val="C1666B"/>
                </a:solidFill>
                <a:latin typeface="Consolas"/>
              </a:rPr>
              <a:t>패킷</a:t>
            </a:r>
            <a:r>
              <a:rPr sz="1050" b="1">
                <a:solidFill>
                  <a:srgbClr val="C1666B"/>
                </a:solidFill>
                <a:latin typeface="Consolas"/>
              </a:rPr>
              <a:t>에서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WRITE_ONCE(udp_rx_shed[q].until_ns,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ktime_get_mono_fast_ns() + us * NSEC_PER_USEC);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/* ③ 읽는 쪽 — CQE 를 보는 순간   mlx5/en_rx.c:89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until = READ_ONCE(udp_rx_shed[rq-&gt;ix].until_ns);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if (likely(!until)) return false;          /* 평상시: 필드 읽기 하나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if (now &gt;= until) { WRITE_ONCE(...,0); return false; }   /* 자동 해제 */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return get_cqe_l4_hdr_type(cqe) == CQE_L4_HDR_TYPE_UDP;  /* UDP 만 */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/* ④ 적용   en_rx.c:1912, :2552 */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C1666B"/>
                </a:solidFill>
                <a:latin typeface="Consolas"/>
              </a:rPr>
              <a:t>if (unlikely(mlx5e_udp_rx_shed(rq, cqe))) goto wq_cyc_pop;  /* skb 생성 전 */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4965"/>
                </a:solidFill>
                <a:latin typeface="맑은 고딕"/>
              </a:rPr>
              <a:t>기준 = 예측이 아니라 사후 사실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‘곧 넘칠 것 같다’가 아니라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‘방금 실제로 버렸다’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. 새 임계값을 도입하지 않는다.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4965"/>
                </a:solidFill>
                <a:latin typeface="맑은 고딕"/>
              </a:rPr>
              <a:t>self-clocking pulse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끄는 신호가 없다. 계속 실패하면 창이 갱신되고, 성공하면 갱신이 멈춰 저절로 풀린다. 상태 기계도 해제 경로도 없다.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4965"/>
                </a:solidFill>
                <a:latin typeface="맑은 고딕"/>
              </a:rPr>
              <a:t>무엇을 절약하나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skb 할당 · GRO · IP 조회 · 체크섬 · 소켓 조회 · (GRO 미설정 시) 재분할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onsolas"/>
              </a:rPr>
              <a:t>배달 바이트당 명령어  0.88 → </a:t>
            </a:r>
            <a:r>
              <a:rPr sz="1300" b="1">
                <a:solidFill>
                  <a:srgbClr val="1B4965"/>
                </a:solidFill>
                <a:latin typeface="Consolas"/>
              </a:rPr>
              <a:t>0.53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v11 버그: 예전엔 sk_rx_queue_get(sk) 를 썼는데 그건 connected 소켓에서만 유지된다. unconnected 다중 sender 소켓은 −1 을 돌려주고 fallback 이 q=0 으로 바꿔 →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모든 shed 가 큐 0 으로만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1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1666B"/>
                </a:solidFill>
                <a:latin typeface="맑은 고딕"/>
              </a:rPr>
              <a:t>M3. 결과, 그리고 미해결 결함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3200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offered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shed off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shed on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48 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47.8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47.9  (무해)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52 G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45.15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51.82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60 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41.78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4965"/>
                          </a:solidFill>
                          <a:latin typeface="맑은 고딕"/>
                        </a:rPr>
                        <a:t>48.75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017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</a:rPr>
              <a:t>창 길이 50 µs 는 스윕 결과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비대칭: 짧게 틀리면 −7%,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길게 틀리면 −67%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. 적응 컨트롤러는 불필요 — 오라클 이득 +1.6% &lt; 탐색 비용.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B4965"/>
                </a:solidFill>
                <a:latin typeface="맑은 고딕"/>
              </a:rPr>
              <a:t>TCP 공존 검증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TCP+UDP 60G 동시에서 TCP 13.8 →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22.1 (+60%)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. L4 필터가 UDP 만 버리기 때문.</a:t>
            </a:r>
          </a:p>
        </p:txBody>
      </p:sp>
      <p:pic>
        <p:nvPicPr>
          <p:cNvPr id="6" name="Picture 5" descr="g2_loss_m9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234440"/>
            <a:ext cx="4194278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2344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UDP 안에서는 무차별 — 지연 민감 흐름을 같이 잃는다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프로브 손실   우리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1~35%</a:t>
            </a:r>
            <a:r>
              <a:rPr sz="1300" b="0">
                <a:solidFill>
                  <a:srgbClr val="222222"/>
                </a:solidFill>
                <a:latin typeface="맑은 고딕"/>
              </a:rPr>
              <a:t>   /   기존 UDP 0.00%   /   TCP 0.02%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그래서 우리 p50/p99 는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생존 편향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이 있다. 31% 를 버리고 남은 것의 p99 와 0.02% 만 버리고 잰 p99 는 같은 자가 아니다.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B4965"/>
                </a:solidFill>
                <a:latin typeface="맑은 고딕"/>
              </a:rPr>
              <a:t>다만 fan-in 실험에서 새 정보: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onsolas"/>
              </a:rPr>
              <a:t>fan-in (소켓 1개)   1.1 ~ 8.3 %
n:n     (소켓 n개)  17 ~ 34 %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소켓이 하나면 autotune 이 충분히 키워 창이 거의 안 열린다. 소켓이 많으면 예산이 쪼개져 각 소켓이 작아지고 창이 상시 활성.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1666B"/>
                </a:solidFill>
                <a:latin typeface="맑은 고딕"/>
              </a:rPr>
              <a:t>→ shed 단독의 결함이 아니라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cap 과의 상호작용</a:t>
            </a:r>
            <a:r>
              <a:rPr sz="1300" b="1">
                <a:solidFill>
                  <a:srgbClr val="C1666B"/>
                </a:solidFill>
                <a:latin typeface="맑은 고딕"/>
              </a:rPr>
              <a:t>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M3 는 M2 를 대체할 수 없다:  8M × 8소켓은 shed 를 켜도 22.9 →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29.5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에서 멈춘다 (1M+shed 는 55.8). 캐시를 밀어내는 건 ‘일’이 아니라 ‘용량’이고, 용량은 cap 으로만 줄어든다.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M4. 드라이버 → 소켓 계층 ring 보고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순정에는 이 경로가 아예 없다. M2 의 이식성이 여기에 달려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6675120" cy="2743200"/>
          </a:xfrm>
          <a:prstGeom prst="rect">
            <a:avLst/>
          </a:prstGeom>
          <a:solidFill>
            <a:srgbClr val="EFF3F6"/>
          </a:solidFill>
          <a:ln>
            <a:solidFill>
              <a:srgbClr val="D5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9144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/* include/linux/netdevice.h:5657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#define NET_RX_RING_ACTIVE_MS   1000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int  net_rx_ring_register(long bytes);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void net_rx_ring_unregister(int slot);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void net_rx_ring_active(int slot);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long net_rx_ring_bytes(void);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/* mlx5/en_main.c — entry ≠ byte 환산은 드라이버만 할 수 있다 */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static long mlx5e_rq_cache_bytes(struct mlx5e_rq *rq)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if (rq-&gt;wq_type == MLX5_WQ_TYPE_LINKED_LIST_STRIDING_RQ)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C1666B"/>
                </a:solidFill>
                <a:latin typeface="Consolas"/>
              </a:rPr>
              <a:t>       return mlx5_wq_ll_get_size(&amp;rq-&gt;mpwqe.wq) *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C1666B"/>
                </a:solidFill>
                <a:latin typeface="Consolas"/>
              </a:rPr>
              <a:t>              rq-&gt;mpwqe.pages_per_wqe * PAGE_SIZE;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4343400"/>
          <a:ext cx="6675119" cy="1097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088"/>
                <a:gridCol w="2257761"/>
                <a:gridCol w="1963270"/>
              </a:tblGrid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ethtool -g 표시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순진한 계산 (×4KB)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실제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0.5 MB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2 MB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1024 (드라이버 기본)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 MB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16 MB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5778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‘1024’ 를 본 관리자가 그게 L3 18MB 중 16MB 라는 걸 알 방법이 없다. 그리고 그게 −11 Gbps 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173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★ v19 참사 — ‘활성’이 왜 필요한가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처음엔 할당된 ring 을 전부 셌다. mlx5 기본이 combined 24: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onsolas"/>
              </a:rPr>
              <a:t>24 × 16MB = 384MB  ≫  L3 18MB
→ 예산 0 → 어떤 소켓도 못 자람
→ </a:t>
            </a:r>
            <a:r>
              <a:rPr sz="1200" b="1">
                <a:solidFill>
                  <a:srgbClr val="1B4965"/>
                </a:solidFill>
                <a:latin typeface="Consolas"/>
              </a:rPr>
              <a:t>4.35 Gb/s</a:t>
            </a:r>
            <a:r>
              <a:rPr sz="1200" b="0">
                <a:solidFill>
                  <a:srgbClr val="222222"/>
                </a:solidFill>
                <a:latin typeface="Consolas"/>
              </a:rPr>
              <a:t>,  ss 의 rb 가 </a:t>
            </a:r>
            <a:r>
              <a:rPr sz="1200" b="1">
                <a:solidFill>
                  <a:srgbClr val="1B4965"/>
                </a:solidFill>
                <a:latin typeface="Consolas"/>
              </a:rPr>
              <a:t>13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처리량만 봤으면 ‘autotune 이 좀 나쁘네’로 읽었을 것.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4965"/>
                </a:solidFill>
                <a:latin typeface="맑은 고딕"/>
              </a:rPr>
              <a:t>v20 수정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poll 할 때 슬롯에 jiffies 를 찍고,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읽을 때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최근 1초 활동분만 합산. 감쇠가 읽기 시점이어야 하는 이유: 조용해진 ring 은 poll 이 안 돌아 </a:t>
            </a:r>
            <a:r>
              <a:rPr sz="1200" b="1">
                <a:solidFill>
                  <a:srgbClr val="1B4965"/>
                </a:solidFill>
                <a:latin typeface="맑은 고딕"/>
              </a:rPr>
              <a:t>자기 침묵을 스스로 알릴 수 없다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B4965"/>
                </a:solidFill>
                <a:latin typeface="맑은 고딕"/>
              </a:rPr>
              <a:t>할당은 정적이지만 캐시 압력은 트래픽이 도는 큐에서만 나온다.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4965"/>
                </a:solidFill>
                <a:latin typeface="맑은 고딕"/>
              </a:rPr>
              <a:t>sysctl 표면 — 전부 default 0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맑은 고딕"/>
              </a:rPr>
              <a:t>knob 을 끄면 동작상 upstream 과 동일하다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7863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"/>
                <a:gridCol w="2560320"/>
                <a:gridCol w="16459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knob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무엇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54864" marT="18288" marB="18288">
                    <a:solidFill>
                      <a:srgbClr val="1B496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net.ipv4.udp_rmem_autotune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M1 sizing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0/1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net.ipv4.udp_rmem_cache_pct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M2 전역 캐시 예산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0=끔, </a:t>
                      </a:r>
                      <a:r>
                        <a:rPr sz="1300" b="1">
                          <a:solidFill>
                            <a:srgbClr val="1B4965"/>
                          </a:solidFill>
                          <a:latin typeface="맑은 고딕"/>
                        </a:rPr>
                        <a:t>50 권장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net.ipv4.udp_rx_shed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M3 드라이버 조기 폐기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0/1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net.ipv4.udp_rx_shed_us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shed 창 길이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스윕으로 고정</a:t>
                      </a:r>
                    </a:p>
                  </a:txBody>
                  <a:tcPr anchor="ctr" marL="73152" marR="54864" marT="18288" marB="18288">
                    <a:solidFill>
                      <a:srgbClr val="F7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net.ipv4.udp_rmem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min default max 삼중값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tcp_rmem 대응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69080"/>
            <a:ext cx="11201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4965"/>
                </a:solidFill>
                <a:latin typeface="맑은 고딕"/>
              </a:rPr>
              <a:t>그래서 receiver 에 vanilla 를 따로 빌드할 필요가 없다.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4965"/>
                </a:solidFill>
                <a:latin typeface="맑은 고딕"/>
              </a:rPr>
              <a:t>같은 부팅에서 baseline / 실험군 A/B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가 된다 → 커널 config 차이라는 confound 가 원천적으로 없다.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onsolas"/>
              </a:rPr>
              <a:t>코드에서 찾기:      grep -rn "UDP-optimize" &lt;kernel-tree&gt;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net/ipv4/udp.c (M1 sizing, M2 cap+sweep, M3 mark)   ·   include/linux/udp.h (소켓별 상태 4개)   ·   include/linux/netdevice.h + net/core/dev.c (M4)   ·   mlx5/en_main.c + en_rx.c (ring 보고, shed 판정)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1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1666B"/>
                </a:solidFill>
                <a:latin typeface="맑은 고딕"/>
              </a:rPr>
              <a:t>한계 — 정직하게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1. 폐기가 무차별 (가장 큰 미해결)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프로브 손실 최대 35%. 지연 수치를 액면가로 쓰면 안 된다. 드라이버 시점은 소켓 조회 전이라 5-tuple 해시밖에 못 본다.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2. MTU 1500 에서는 TCP 에 진다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×0.73~0.84. per-packet 비용이 지배하고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버퍼 크기는 그 비용에 지렛대가 없다</a:t>
            </a:r>
            <a:r>
              <a:rPr sz="1300" b="0">
                <a:solidFill>
                  <a:srgbClr val="555555"/>
                </a:solidFill>
                <a:latin typeface="맑은 고딕"/>
              </a:rPr>
              <a:t>. 우리가 고친 건 ‘담을 데’지 ‘패킷당 일’이 아니다.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3. 부하만 줄면 축소가 안 될 수 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버퍼가 부하보다 훨씬 커지면 주기가 완성되지 않아 target 이 얼어붙는다. 유휴 회수 워커가 덮지만 그건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경쟁이 있을 때만</a:t>
            </a:r>
            <a:r>
              <a:rPr sz="1300" b="0">
                <a:solidFill>
                  <a:srgbClr val="555555"/>
                </a:solidFill>
                <a:latin typeface="맑은 고딕"/>
              </a:rPr>
              <a:t> arm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4. 예산식이 실측이 아니다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L3 − ring 은 </a:t>
            </a:r>
            <a:r>
              <a:rPr sz="1300" b="1">
                <a:solidFill>
                  <a:srgbClr val="1B4965"/>
                </a:solidFill>
                <a:latin typeface="맑은 고딕"/>
              </a:rPr>
              <a:t>상한</a:t>
            </a:r>
            <a:r>
              <a:rPr sz="1300" b="0">
                <a:solidFill>
                  <a:srgbClr val="555555"/>
                </a:solidFill>
                <a:latin typeface="맑은 고딕"/>
              </a:rPr>
              <a:t>이다. 아직 안 쓴 ring 페이지는 L3 에 없다. Intel CMT(llc_occupancy)로 직접 잴 수 있고, 아직 안 했다.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5. 큐가 많을 때 미검증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모든 측정이 단일코어(큐 1개). 드라이버 기본은 24개. 1코어가 55G 라 2코어면 100G 링크가 먼저 포화해 이 하드웨어에서는 측정 자체가 불가.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6. NIC 하나, 캐시 토폴로지 하나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ConnectX-5 / Ice Lake-SP 18MB L3. 다른 하드웨어 미검증. 드라이버 변경이 필요하다 (shed 와 ring 보고 둘 다 mlx5 패치).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C1666B"/>
                </a:solidFill>
                <a:latin typeface="맑은 고딕"/>
              </a:rPr>
              <a:t>7. 범위 밖 (후순위 엣지케이스)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맑은 고딕"/>
              </a:rPr>
              <a:t>DIM off / 앱이 UDP_GRO 미설정.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FBACA"/>
                </a:solidFill>
                <a:latin typeface="맑은 고딕"/>
              </a:rPr>
              <a:t>한 문장으로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BFD4E0"/>
                </a:solidFill>
                <a:latin typeface="맑은 고딕"/>
              </a:rPr>
              <a:t>“rmem 을 N MB 로 맞춰라”가 아니라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수신 버퍼 상한은 메모리가 아니라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producer/consumer 가 공유하는 캐시에서</a:t>
            </a:r>
          </a:p>
          <a:p>
            <a:pPr algn="l">
              <a:spcAft>
                <a:spcPts val="20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유도되어야 한다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FD4E0"/>
                </a:solidFill>
                <a:latin typeface="맑은 고딕"/>
              </a:rPr>
              <a:t>N 은 DIM 이 방금 무엇을 골랐는지에 달려 있고, 앱은 그걸 볼 수 없다.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